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4630400" cy="10972800"/>
  <p:notesSz cx="10972800" cy="14630400"/>
  <p:embeddedFontLst>
    <p:embeddedFont>
      <p:font typeface="Raleway"/>
      <p:regular r:id="rId13"/>
    </p:embeddedFont>
    <p:embeddedFont>
      <p:font typeface="Raleway"/>
      <p:regular r:id="rId14"/>
    </p:embeddedFont>
    <p:embeddedFont>
      <p:font typeface="Raleway"/>
      <p:regular r:id="rId15"/>
    </p:embeddedFont>
    <p:embeddedFont>
      <p:font typeface="Raleway"/>
      <p:regular r:id="rId16"/>
    </p:embeddedFont>
    <p:embeddedFont>
      <p:font typeface="Roboto"/>
      <p:regular r:id="rId17"/>
    </p:embeddedFont>
    <p:embeddedFont>
      <p:font typeface="Roboto"/>
      <p:regular r:id="rId18"/>
    </p:embeddedFont>
    <p:embeddedFont>
      <p:font typeface="Roboto"/>
      <p:regular r:id="rId19"/>
    </p:embeddedFont>
    <p:embeddedFont>
      <p:font typeface="Roboto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Relationship Id="rId19" Type="http://schemas.openxmlformats.org/officeDocument/2006/relationships/font" Target="fonts/font7.fntdata"/><Relationship Id="rId20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104927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104927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104927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104927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104927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104927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4454485"/>
            <a:ext cx="653724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Introduction to Bootstrap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55034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Bootstrap is a free and open-source front-end framework for building responsive websites and web applications.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13473708" y="6138386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81328" y="6146006"/>
            <a:ext cx="347663" cy="3476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23715" y="6121479"/>
            <a:ext cx="1736646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by Nijas Khan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409301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is Bootstrap?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53687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Front-end framework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594991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collection of pre-written code, including HTML, CSS, and JavaScript, designed to simplify web development.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53687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Responsive Design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594991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Ensures that websites adapt seamlessly to different screen sizes, from smartphones to desktops.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377089"/>
            <a:ext cx="674024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Features of Bootstrap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468118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6074" y="4766191"/>
            <a:ext cx="14561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530906" y="46811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Grid System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30906" y="5171599"/>
            <a:ext cx="345924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Simplifies layout creation for arranging content in rows and columns.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468118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83411" y="4766191"/>
            <a:ext cx="177284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5954078" y="46811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Typography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54078" y="5171599"/>
            <a:ext cx="345924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Provides pre-defined styles for headings, paragraphs, and other text elements.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468118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04440" y="4766191"/>
            <a:ext cx="181689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10377249" y="46811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Components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377249" y="5171599"/>
            <a:ext cx="345924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Includes ready-made UI elements like buttons, forms, navigation bars, and more.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674227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6072" y="6827282"/>
            <a:ext cx="18573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1530906" y="67422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JavaScript Plugins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30906" y="7232690"/>
            <a:ext cx="123057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Offers interactive elements like modals, carousels, and tooltips.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77547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Bootstrap Installation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4824412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6182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Download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6108621"/>
            <a:ext cx="41207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Download the Bootstrap package from the official website.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4704" y="4824412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54704" y="56182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Include files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54704" y="6108621"/>
            <a:ext cx="412087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Link the CSS and JavaScript files in your HTML document.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738" y="4824412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5738" y="56182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 CDN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715738" y="6108621"/>
            <a:ext cx="412075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Include Bootstrap's CSS and JavaScript files from a Content Delivery Network (CDN).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888099"/>
            <a:ext cx="587561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Bootstrap Grid System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8348" y="4050506"/>
            <a:ext cx="2152055" cy="1306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93713" y="4639151"/>
            <a:ext cx="121325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357217" y="42773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Container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57217" y="4767739"/>
            <a:ext cx="66926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wrapper for the grid system, providing overall width and padding.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87077" y="5370552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C7C7D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381" y="5414129"/>
            <a:ext cx="4304109" cy="13069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80498" y="5840849"/>
            <a:ext cx="147637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6433304" y="56409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Rows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33304" y="6131362"/>
            <a:ext cx="423338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Horizontal divisions that contain columns.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263164" y="6734175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C7C7D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94" y="6777752"/>
            <a:ext cx="6456164" cy="13069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978593" y="7204472"/>
            <a:ext cx="151328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7509272" y="70045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Columns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09272" y="7494984"/>
            <a:ext cx="520553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Vertical divisions within rows, for arranging content.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937873"/>
            <a:ext cx="581834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Bootstrap Typography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4986814"/>
            <a:ext cx="4196358" cy="2047994"/>
          </a:xfrm>
          <a:prstGeom prst="roundRect">
            <a:avLst>
              <a:gd name="adj" fmla="val 465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52212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Headings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5711666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Pre-defined styles for headings (H1 to H6), creating a clear hierarchy.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4986814"/>
            <a:ext cx="4196358" cy="2047994"/>
          </a:xfrm>
          <a:prstGeom prst="roundRect">
            <a:avLst>
              <a:gd name="adj" fmla="val 465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51396" y="52212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Paragraphs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51396" y="5711666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Default styles for paragraphs, ensuring consistency and readability.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4986814"/>
            <a:ext cx="4196358" cy="2047994"/>
          </a:xfrm>
          <a:prstGeom prst="roundRect">
            <a:avLst>
              <a:gd name="adj" fmla="val 465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4568" y="52212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Lists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74568" y="5711666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Styled lists (unordered, ordered, and description) for presenting information clearly.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2025-01-09T14:22:17Z</dcterms:created>
  <dcterms:modified xsi:type="dcterms:W3CDTF">2025-01-09T14:22:17Z</dcterms:modified>
</cp:coreProperties>
</file>